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9" r:id="rId4"/>
    <p:sldId id="270" r:id="rId5"/>
    <p:sldId id="271" r:id="rId6"/>
    <p:sldId id="274" r:id="rId7"/>
    <p:sldId id="279" r:id="rId8"/>
    <p:sldId id="275" r:id="rId9"/>
    <p:sldId id="280" r:id="rId10"/>
    <p:sldId id="276" r:id="rId11"/>
    <p:sldId id="277" r:id="rId12"/>
    <p:sldId id="278" r:id="rId13"/>
    <p:sldId id="281" r:id="rId14"/>
    <p:sldId id="283" r:id="rId15"/>
    <p:sldId id="284" r:id="rId16"/>
    <p:sldId id="285" r:id="rId17"/>
    <p:sldId id="286" r:id="rId18"/>
    <p:sldId id="287" r:id="rId19"/>
    <p:sldId id="294" r:id="rId20"/>
    <p:sldId id="288" r:id="rId21"/>
    <p:sldId id="289" r:id="rId22"/>
    <p:sldId id="267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6F964C-728E-4EE4-A6A5-EF53BB88E9D0}">
          <p14:sldIdLst>
            <p14:sldId id="256"/>
            <p14:sldId id="259"/>
            <p14:sldId id="269"/>
            <p14:sldId id="270"/>
            <p14:sldId id="271"/>
            <p14:sldId id="274"/>
            <p14:sldId id="279"/>
            <p14:sldId id="275"/>
            <p14:sldId id="280"/>
            <p14:sldId id="276"/>
            <p14:sldId id="277"/>
            <p14:sldId id="278"/>
            <p14:sldId id="281"/>
            <p14:sldId id="283"/>
            <p14:sldId id="284"/>
            <p14:sldId id="285"/>
            <p14:sldId id="286"/>
            <p14:sldId id="287"/>
            <p14:sldId id="294"/>
            <p14:sldId id="288"/>
            <p14:sldId id="289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75739" autoAdjust="0"/>
  </p:normalViewPr>
  <p:slideViewPr>
    <p:cSldViewPr>
      <p:cViewPr>
        <p:scale>
          <a:sx n="50" d="100"/>
          <a:sy n="50" d="100"/>
        </p:scale>
        <p:origin x="466" y="-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0A13D-97B2-4EE1-818A-8A0F1CCB0E5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F8FA9-1CAA-42B0-8996-188E73DBC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1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početku</a:t>
            </a:r>
            <a:r>
              <a:rPr lang="en-US" dirty="0"/>
              <a:t> </a:t>
            </a:r>
            <a:r>
              <a:rPr lang="en-US" dirty="0" err="1"/>
              <a:t>ću</a:t>
            </a:r>
            <a:r>
              <a:rPr lang="en-US" dirty="0"/>
              <a:t> </a:t>
            </a:r>
            <a:r>
              <a:rPr lang="en-US" dirty="0" err="1"/>
              <a:t>ukratko</a:t>
            </a:r>
            <a:r>
              <a:rPr lang="en-US" dirty="0"/>
              <a:t> </a:t>
            </a:r>
            <a:r>
              <a:rPr lang="en-US" dirty="0" err="1"/>
              <a:t>predstaviti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njenu</a:t>
            </a:r>
            <a:r>
              <a:rPr lang="en-US" dirty="0"/>
              <a:t> </a:t>
            </a:r>
            <a:r>
              <a:rPr lang="en-US" dirty="0" err="1"/>
              <a:t>arhitekturu</a:t>
            </a:r>
            <a:r>
              <a:rPr lang="en-US" dirty="0"/>
              <a:t>, </a:t>
            </a:r>
            <a:r>
              <a:rPr lang="en-US" dirty="0" err="1"/>
              <a:t>zatim</a:t>
            </a:r>
            <a:r>
              <a:rPr lang="en-US" dirty="0"/>
              <a:t> problem </a:t>
            </a:r>
            <a:r>
              <a:rPr lang="en-US" dirty="0" err="1"/>
              <a:t>komunikacije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mikroservisa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Nakon</a:t>
            </a:r>
            <a:r>
              <a:rPr lang="en-US" dirty="0"/>
              <a:t> toga </a:t>
            </a:r>
            <a:r>
              <a:rPr lang="en-US" dirty="0" err="1"/>
              <a:t>ću</a:t>
            </a:r>
            <a:r>
              <a:rPr lang="en-US" dirty="0"/>
              <a:t> </a:t>
            </a:r>
            <a:r>
              <a:rPr lang="en-US" dirty="0" err="1"/>
              <a:t>objasniti</a:t>
            </a:r>
            <a:r>
              <a:rPr lang="en-US" dirty="0"/>
              <a:t> Apache Kafka-u,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poređenje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alternativnim</a:t>
            </a:r>
            <a:r>
              <a:rPr lang="en-US" dirty="0"/>
              <a:t> </a:t>
            </a:r>
            <a:r>
              <a:rPr lang="en-US" dirty="0" err="1"/>
              <a:t>rešenjem</a:t>
            </a:r>
            <a:r>
              <a:rPr lang="en-US" dirty="0"/>
              <a:t>, </a:t>
            </a:r>
            <a:r>
              <a:rPr lang="en-US" dirty="0" err="1"/>
              <a:t>pokazati</a:t>
            </a:r>
            <a:r>
              <a:rPr lang="en-US" dirty="0"/>
              <a:t> primer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, </a:t>
            </a:r>
            <a:r>
              <a:rPr lang="en-US" dirty="0" err="1"/>
              <a:t>objasniti</a:t>
            </a:r>
            <a:r>
              <a:rPr lang="en-US" dirty="0"/>
              <a:t> Docker </a:t>
            </a:r>
            <a:r>
              <a:rPr lang="en-US" dirty="0" err="1"/>
              <a:t>okruženje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kraju</a:t>
            </a:r>
            <a:r>
              <a:rPr lang="en-US" dirty="0"/>
              <a:t> </a:t>
            </a:r>
            <a:r>
              <a:rPr lang="en-US" dirty="0" err="1"/>
              <a:t>kratko</a:t>
            </a:r>
            <a:r>
              <a:rPr lang="en-US" dirty="0"/>
              <a:t> </a:t>
            </a:r>
            <a:r>
              <a:rPr lang="en-US" dirty="0" err="1"/>
              <a:t>demonstrirati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0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PatientSupport</a:t>
            </a:r>
            <a:r>
              <a:rPr lang="en-US" dirty="0"/>
              <a:t> je </a:t>
            </a:r>
            <a:r>
              <a:rPr lang="en-US" dirty="0" err="1"/>
              <a:t>sistem</a:t>
            </a:r>
            <a:r>
              <a:rPr lang="en-US" dirty="0"/>
              <a:t> za </a:t>
            </a:r>
            <a:r>
              <a:rPr lang="en-US" dirty="0" err="1"/>
              <a:t>podršku</a:t>
            </a:r>
            <a:r>
              <a:rPr lang="en-US" dirty="0"/>
              <a:t> </a:t>
            </a:r>
            <a:r>
              <a:rPr lang="en-US" dirty="0" err="1"/>
              <a:t>pacijentima</a:t>
            </a:r>
            <a:r>
              <a:rPr lang="en-US" dirty="0"/>
              <a:t> koji </a:t>
            </a:r>
            <a:r>
              <a:rPr lang="en-US" dirty="0" err="1"/>
              <a:t>prikuplja</a:t>
            </a:r>
            <a:r>
              <a:rPr lang="en-US" dirty="0"/>
              <a:t> </a:t>
            </a:r>
            <a:r>
              <a:rPr lang="en-US" dirty="0" err="1"/>
              <a:t>medicinske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IoT </a:t>
            </a:r>
            <a:r>
              <a:rPr lang="en-US" dirty="0" err="1"/>
              <a:t>uređaja</a:t>
            </a:r>
            <a:r>
              <a:rPr lang="en-US" dirty="0"/>
              <a:t>,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pošalje</a:t>
            </a:r>
            <a:r>
              <a:rPr lang="en-US" dirty="0"/>
              <a:t> </a:t>
            </a:r>
            <a:r>
              <a:rPr lang="en-US" dirty="0" err="1"/>
              <a:t>obaveštenje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zakaže</a:t>
            </a:r>
            <a:r>
              <a:rPr lang="en-US" dirty="0"/>
              <a:t> </a:t>
            </a:r>
            <a:r>
              <a:rPr lang="en-US" dirty="0" err="1"/>
              <a:t>pregled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lekara</a:t>
            </a:r>
            <a:r>
              <a:rPr lang="en-US" dirty="0"/>
              <a:t>. </a:t>
            </a: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zakazan</a:t>
            </a:r>
            <a:r>
              <a:rPr lang="en-US" dirty="0"/>
              <a:t> </a:t>
            </a:r>
            <a:r>
              <a:rPr lang="en-US" dirty="0" err="1"/>
              <a:t>termin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I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pracenju</a:t>
            </a:r>
            <a:r>
              <a:rPr lang="en-US" dirty="0"/>
              <a:t> </a:t>
            </a:r>
            <a:r>
              <a:rPr lang="en-US" dirty="0" err="1"/>
              <a:t>ocitanih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 </a:t>
            </a:r>
            <a:r>
              <a:rPr lang="en-US" dirty="0" err="1"/>
              <a:t>Doktro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relevantim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o </a:t>
            </a:r>
            <a:r>
              <a:rPr lang="en-US" dirty="0" err="1"/>
              <a:t>pacijentu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I </a:t>
            </a:r>
            <a:r>
              <a:rPr lang="en-US" dirty="0" err="1"/>
              <a:t>ocitanim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IoT </a:t>
            </a:r>
            <a:r>
              <a:rPr lang="en-US" dirty="0" err="1"/>
              <a:t>uredjaja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medicina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komunikacije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17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A401-4C00-DA54-D980-87D79DF0C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B5AC2-A2C7-CA05-DCF1-190C1AC02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834BD-1866-3354-7E13-CCA54EA2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Aplikacija</a:t>
            </a:r>
            <a:r>
              <a:rPr lang="en-US" dirty="0"/>
              <a:t> je </a:t>
            </a:r>
            <a:r>
              <a:rPr lang="en-US" dirty="0" err="1"/>
              <a:t>orijentisana</a:t>
            </a:r>
            <a:r>
              <a:rPr lang="en-US" dirty="0"/>
              <a:t> ka </a:t>
            </a:r>
            <a:r>
              <a:rPr lang="en-US" dirty="0" err="1"/>
              <a:t>mikroservisima</a:t>
            </a:r>
            <a:r>
              <a:rPr lang="en-US" dirty="0"/>
              <a:t>, pa je s toga </a:t>
            </a:r>
            <a:r>
              <a:rPr lang="en-US" dirty="0" err="1"/>
              <a:t>bazirana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event-driven </a:t>
            </a:r>
            <a:r>
              <a:rPr lang="en-US" dirty="0" err="1"/>
              <a:t>mikroservisnoj</a:t>
            </a:r>
            <a:r>
              <a:rPr lang="en-US" dirty="0"/>
              <a:t> </a:t>
            </a:r>
            <a:r>
              <a:rPr lang="en-US" dirty="0" err="1"/>
              <a:t>arhitekturi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mikroservis</a:t>
            </a:r>
            <a:r>
              <a:rPr lang="en-US" dirty="0"/>
              <a:t> je u </a:t>
            </a:r>
            <a:r>
              <a:rPr lang="en-US" dirty="0" err="1"/>
              <a:t>suštini</a:t>
            </a:r>
            <a:r>
              <a:rPr lang="en-US" dirty="0"/>
              <a:t> </a:t>
            </a:r>
            <a:r>
              <a:rPr lang="en-US" dirty="0" err="1"/>
              <a:t>poseban</a:t>
            </a:r>
            <a:r>
              <a:rPr lang="en-US" dirty="0"/>
              <a:t> Web API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sopstvenom</a:t>
            </a:r>
            <a:r>
              <a:rPr lang="en-US" dirty="0"/>
              <a:t> </a:t>
            </a:r>
            <a:r>
              <a:rPr lang="en-US" dirty="0" err="1"/>
              <a:t>bazom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Event-driven </a:t>
            </a:r>
            <a:r>
              <a:rPr lang="en-US" dirty="0" err="1"/>
              <a:t>mikroservisni</a:t>
            </a:r>
            <a:r>
              <a:rPr lang="en-US" dirty="0"/>
              <a:t> </a:t>
            </a:r>
            <a:r>
              <a:rPr lang="en-US" dirty="0" err="1"/>
              <a:t>projektni</a:t>
            </a:r>
            <a:r>
              <a:rPr lang="en-US" dirty="0"/>
              <a:t> </a:t>
            </a:r>
            <a:r>
              <a:rPr lang="en-US" dirty="0" err="1"/>
              <a:t>obrazac</a:t>
            </a:r>
            <a:r>
              <a:rPr lang="en-US" dirty="0"/>
              <a:t> se u </a:t>
            </a:r>
            <a:r>
              <a:rPr lang="en-US" dirty="0" err="1"/>
              <a:t>sustini</a:t>
            </a:r>
            <a:r>
              <a:rPr lang="en-US" dirty="0"/>
              <a:t> </a:t>
            </a:r>
            <a:r>
              <a:rPr lang="en-US" dirty="0" err="1"/>
              <a:t>zasniva</a:t>
            </a:r>
            <a:r>
              <a:rPr lang="en-US" dirty="0"/>
              <a:t> da </a:t>
            </a:r>
            <a:r>
              <a:rPr lang="en-US" dirty="0" err="1"/>
              <a:t>kada</a:t>
            </a:r>
            <a:r>
              <a:rPr lang="en-US" dirty="0"/>
              <a:t> se u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servisu</a:t>
            </a:r>
            <a:r>
              <a:rPr lang="en-US" dirty="0"/>
              <a:t> </a:t>
            </a:r>
            <a:r>
              <a:rPr lang="en-US" dirty="0" err="1"/>
              <a:t>nesto</a:t>
            </a:r>
            <a:r>
              <a:rPr lang="en-US" dirty="0"/>
              <a:t> desi on </a:t>
            </a:r>
            <a:r>
              <a:rPr lang="en-US" dirty="0" err="1"/>
              <a:t>obavesti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koji je </a:t>
            </a:r>
            <a:r>
              <a:rPr lang="en-US" dirty="0" err="1"/>
              <a:t>nadlezan</a:t>
            </a:r>
            <a:r>
              <a:rPr lang="en-US" dirty="0"/>
              <a:t> da taj </a:t>
            </a:r>
            <a:r>
              <a:rPr lang="en-US" dirty="0" err="1"/>
              <a:t>dogadjaj</a:t>
            </a:r>
            <a:r>
              <a:rPr lang="en-US" dirty="0"/>
              <a:t> </a:t>
            </a:r>
            <a:r>
              <a:rPr lang="en-US" dirty="0" err="1"/>
              <a:t>obradi</a:t>
            </a:r>
            <a:r>
              <a:rPr lang="en-US" dirty="0"/>
              <a:t>, </a:t>
            </a:r>
            <a:r>
              <a:rPr lang="en-US" dirty="0" err="1"/>
              <a:t>nesto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producer/consumer</a:t>
            </a:r>
            <a:br>
              <a:rPr lang="en-US" dirty="0"/>
            </a:b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se </a:t>
            </a:r>
            <a:r>
              <a:rPr lang="en-US" dirty="0" err="1"/>
              <a:t>standardni</a:t>
            </a:r>
            <a:r>
              <a:rPr lang="en-US" dirty="0"/>
              <a:t> </a:t>
            </a:r>
            <a:r>
              <a:rPr lang="en-US" dirty="0" err="1"/>
              <a:t>arhitekturni</a:t>
            </a:r>
            <a:r>
              <a:rPr lang="en-US" dirty="0"/>
              <a:t> </a:t>
            </a:r>
            <a:r>
              <a:rPr lang="en-US" dirty="0" err="1"/>
              <a:t>obrasci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Repository Pattern, Dependency Injection, Unit of Work </a:t>
            </a:r>
            <a:r>
              <a:rPr lang="en-US" dirty="0" err="1"/>
              <a:t>i</a:t>
            </a:r>
            <a:r>
              <a:rPr lang="en-US" dirty="0"/>
              <a:t> Service Pattern, </a:t>
            </a:r>
            <a:r>
              <a:rPr lang="en-US" dirty="0" err="1"/>
              <a:t>ali</a:t>
            </a:r>
            <a:r>
              <a:rPr lang="en-US" dirty="0"/>
              <a:t> se u </a:t>
            </a:r>
            <a:r>
              <a:rPr lang="en-US" dirty="0" err="1"/>
              <a:t>prezentaciji</a:t>
            </a:r>
            <a:r>
              <a:rPr lang="en-US" dirty="0"/>
              <a:t> </a:t>
            </a:r>
            <a:r>
              <a:rPr lang="en-US" dirty="0" err="1"/>
              <a:t>neću</a:t>
            </a:r>
            <a:r>
              <a:rPr lang="en-US" dirty="0"/>
              <a:t> </a:t>
            </a:r>
            <a:r>
              <a:rPr lang="en-US" dirty="0" err="1"/>
              <a:t>zadržavati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njima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je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komunikaciji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43C2F-DAE7-E6BE-9701-6310DCC90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74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FD60-A086-3D6E-8645-AC02DCF9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1AD10-0051-F5B6-C249-B576CD44A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959DC-46BF-81BD-8CF3-0901F3D00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Kako </a:t>
            </a:r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zahtevaju</a:t>
            </a:r>
            <a:r>
              <a:rPr lang="en-US" dirty="0"/>
              <a:t> </a:t>
            </a:r>
            <a:r>
              <a:rPr lang="en-US" dirty="0" err="1"/>
              <a:t>medjusobnu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, a u </a:t>
            </a:r>
            <a:r>
              <a:rPr lang="en-US" dirty="0" err="1"/>
              <a:t>osnovi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wep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. Jedan od </a:t>
            </a:r>
            <a:r>
              <a:rPr lang="en-US" dirty="0" err="1"/>
              <a:t>nacina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oni </a:t>
            </a:r>
            <a:r>
              <a:rPr lang="en-US" dirty="0" err="1"/>
              <a:t>mogli</a:t>
            </a:r>
            <a:r>
              <a:rPr lang="en-US" dirty="0"/>
              <a:t> da </a:t>
            </a:r>
            <a:r>
              <a:rPr lang="en-US" dirty="0" err="1"/>
              <a:t>komuniciraju</a:t>
            </a:r>
            <a:r>
              <a:rPr lang="en-US" dirty="0"/>
              <a:t> je </a:t>
            </a:r>
            <a:r>
              <a:rPr lang="en-US" dirty="0" err="1"/>
              <a:t>preko</a:t>
            </a:r>
            <a:r>
              <a:rPr lang="en-US" dirty="0"/>
              <a:t> http </a:t>
            </a:r>
            <a:r>
              <a:rPr lang="en-US" dirty="0" err="1"/>
              <a:t>zahteva</a:t>
            </a:r>
            <a:r>
              <a:rPr lang="en-US" dirty="0"/>
              <a:t>.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pristp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dobar</a:t>
            </a:r>
            <a:r>
              <a:rPr lang="en-US" dirty="0"/>
              <a:t>,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bi </a:t>
            </a:r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stalno</a:t>
            </a:r>
            <a:r>
              <a:rPr lang="en-US" dirty="0"/>
              <a:t> </a:t>
            </a:r>
            <a:r>
              <a:rPr lang="en-US" dirty="0" err="1"/>
              <a:t>morali</a:t>
            </a:r>
            <a:r>
              <a:rPr lang="en-US" dirty="0"/>
              <a:t> da </a:t>
            </a:r>
            <a:r>
              <a:rPr lang="en-US" dirty="0" err="1"/>
              <a:t>komuniciraju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porukom</a:t>
            </a:r>
            <a:r>
              <a:rPr lang="en-US" dirty="0"/>
              <a:t> “E </a:t>
            </a:r>
            <a:r>
              <a:rPr lang="en-US" dirty="0" err="1"/>
              <a:t>jel</a:t>
            </a:r>
            <a:r>
              <a:rPr lang="en-US" dirty="0"/>
              <a:t> </a:t>
            </a:r>
            <a:r>
              <a:rPr lang="en-US" dirty="0" err="1"/>
              <a:t>imas</a:t>
            </a:r>
            <a:r>
              <a:rPr lang="en-US" dirty="0"/>
              <a:t> </a:t>
            </a:r>
            <a:r>
              <a:rPr lang="en-US" dirty="0" err="1"/>
              <a:t>nesto</a:t>
            </a:r>
            <a:r>
              <a:rPr lang="en-US" dirty="0"/>
              <a:t> za </a:t>
            </a:r>
            <a:r>
              <a:rPr lang="en-US" dirty="0" err="1"/>
              <a:t>mene</a:t>
            </a:r>
            <a:r>
              <a:rPr lang="en-US" dirty="0"/>
              <a:t>?” To bi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usporilo</a:t>
            </a:r>
            <a:r>
              <a:rPr lang="en-US" dirty="0"/>
              <a:t> system I </a:t>
            </a:r>
            <a:r>
              <a:rPr lang="en-US" dirty="0" err="1"/>
              <a:t>smanjilo</a:t>
            </a:r>
            <a:r>
              <a:rPr lang="en-US" dirty="0"/>
              <a:t> </a:t>
            </a:r>
            <a:r>
              <a:rPr lang="en-US" dirty="0" err="1"/>
              <a:t>skalabilnost</a:t>
            </a:r>
            <a:r>
              <a:rPr lang="en-US" dirty="0"/>
              <a:t> Sistema. </a:t>
            </a:r>
            <a:r>
              <a:rPr lang="en-US" dirty="0" err="1"/>
              <a:t>Zbog</a:t>
            </a:r>
            <a:r>
              <a:rPr lang="en-US" dirty="0"/>
              <a:t> toga bi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odgovaralo</a:t>
            </a:r>
            <a:r>
              <a:rPr lang="en-US" dirty="0"/>
              <a:t> da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posalje</a:t>
            </a:r>
            <a:r>
              <a:rPr lang="en-US" dirty="0"/>
              <a:t> </a:t>
            </a:r>
            <a:r>
              <a:rPr lang="en-US" dirty="0" err="1"/>
              <a:t>poruku</a:t>
            </a:r>
            <a:r>
              <a:rPr lang="en-US" dirty="0"/>
              <a:t> </a:t>
            </a:r>
            <a:r>
              <a:rPr lang="en-US" dirty="0" err="1"/>
              <a:t>drugom</a:t>
            </a:r>
            <a:r>
              <a:rPr lang="en-US" dirty="0"/>
              <a:t> </a:t>
            </a:r>
            <a:r>
              <a:rPr lang="en-US" dirty="0" err="1"/>
              <a:t>servisu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nesto</a:t>
            </a:r>
            <a:r>
              <a:rPr lang="en-US" dirty="0"/>
              <a:t> da se </a:t>
            </a:r>
            <a:r>
              <a:rPr lang="en-US" dirty="0" err="1"/>
              <a:t>odradi</a:t>
            </a:r>
            <a:r>
              <a:rPr lang="en-US" dirty="0"/>
              <a:t>, a da </a:t>
            </a: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servris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spreman</a:t>
            </a:r>
            <a:r>
              <a:rPr lang="en-US" dirty="0"/>
              <a:t> da to </a:t>
            </a:r>
            <a:r>
              <a:rPr lang="en-US" dirty="0" err="1"/>
              <a:t>odradi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pristigla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.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najvise</a:t>
            </a:r>
            <a:r>
              <a:rPr lang="en-US" dirty="0"/>
              <a:t> </a:t>
            </a:r>
            <a:r>
              <a:rPr lang="en-US" dirty="0" err="1"/>
              <a:t>odgovara</a:t>
            </a:r>
            <a:r>
              <a:rPr lang="en-US" dirty="0"/>
              <a:t> producer/consumer </a:t>
            </a:r>
            <a:r>
              <a:rPr lang="en-US" dirty="0" err="1"/>
              <a:t>princip</a:t>
            </a:r>
            <a:r>
              <a:rPr lang="en-US" dirty="0"/>
              <a:t> I </a:t>
            </a:r>
            <a:r>
              <a:rPr lang="en-US" dirty="0" err="1"/>
              <a:t>zbog</a:t>
            </a:r>
            <a:r>
              <a:rPr lang="en-US" dirty="0"/>
              <a:t> toga se </a:t>
            </a:r>
            <a:r>
              <a:rPr lang="en-US" dirty="0" err="1"/>
              <a:t>koristi</a:t>
            </a:r>
            <a:r>
              <a:rPr lang="en-US" dirty="0"/>
              <a:t> Apache </a:t>
            </a:r>
            <a:r>
              <a:rPr lang="en-US" dirty="0" err="1"/>
              <a:t>kafka</a:t>
            </a:r>
            <a:r>
              <a:rPr lang="en-US" dirty="0"/>
              <a:t> za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Ako </a:t>
            </a:r>
            <a:r>
              <a:rPr lang="en-US" dirty="0" err="1"/>
              <a:t>mikroservisi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komuniciraju</a:t>
            </a:r>
            <a:r>
              <a:rPr lang="en-US" dirty="0"/>
              <a:t>,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mora </a:t>
            </a:r>
            <a:r>
              <a:rPr lang="en-US" dirty="0" err="1"/>
              <a:t>stalno</a:t>
            </a:r>
            <a:r>
              <a:rPr lang="en-US" dirty="0"/>
              <a:t> da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zahteve</a:t>
            </a:r>
            <a:r>
              <a:rPr lang="en-US" dirty="0"/>
              <a:t> </a:t>
            </a:r>
            <a:r>
              <a:rPr lang="en-US" dirty="0" err="1"/>
              <a:t>drugom</a:t>
            </a:r>
            <a:r>
              <a:rPr lang="en-US" dirty="0"/>
              <a:t> da </a:t>
            </a:r>
            <a:r>
              <a:rPr lang="en-US" dirty="0" err="1"/>
              <a:t>proveri</a:t>
            </a:r>
            <a:r>
              <a:rPr lang="en-US" dirty="0"/>
              <a:t> da li se </a:t>
            </a:r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promenilo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To </a:t>
            </a:r>
            <a:r>
              <a:rPr lang="en-US" dirty="0" err="1"/>
              <a:t>dovodi</a:t>
            </a:r>
            <a:r>
              <a:rPr lang="en-US" dirty="0"/>
              <a:t> do </a:t>
            </a:r>
            <a:r>
              <a:rPr lang="en-US" dirty="0" err="1"/>
              <a:t>nepotrebnog</a:t>
            </a:r>
            <a:r>
              <a:rPr lang="en-US" dirty="0"/>
              <a:t> </a:t>
            </a:r>
            <a:r>
              <a:rPr lang="en-US" dirty="0" err="1"/>
              <a:t>opterećenja</a:t>
            </a:r>
            <a:r>
              <a:rPr lang="en-US" dirty="0"/>
              <a:t>, </a:t>
            </a:r>
            <a:r>
              <a:rPr lang="en-US" dirty="0" err="1"/>
              <a:t>loše</a:t>
            </a:r>
            <a:r>
              <a:rPr lang="en-US" dirty="0"/>
              <a:t> </a:t>
            </a:r>
            <a:r>
              <a:rPr lang="en-US" dirty="0" err="1"/>
              <a:t>skalabilnosti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jake </a:t>
            </a:r>
            <a:r>
              <a:rPr lang="en-US" dirty="0" err="1"/>
              <a:t>zavisnosti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Nama je </a:t>
            </a:r>
            <a:r>
              <a:rPr lang="en-US" dirty="0" err="1"/>
              <a:t>potreban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dobije</a:t>
            </a:r>
            <a:r>
              <a:rPr lang="en-US" dirty="0"/>
              <a:t> </a:t>
            </a:r>
            <a:r>
              <a:rPr lang="en-US" dirty="0" err="1"/>
              <a:t>informaciju</a:t>
            </a:r>
            <a:r>
              <a:rPr lang="en-US" dirty="0"/>
              <a:t> </a:t>
            </a:r>
            <a:r>
              <a:rPr lang="en-US" i="1" dirty="0" err="1"/>
              <a:t>tek</a:t>
            </a:r>
            <a:r>
              <a:rPr lang="en-US" i="1" dirty="0"/>
              <a:t> </a:t>
            </a:r>
            <a:r>
              <a:rPr lang="en-US" i="1" dirty="0" err="1"/>
              <a:t>kada</a:t>
            </a:r>
            <a:r>
              <a:rPr lang="en-US" i="1" dirty="0"/>
              <a:t> se </a:t>
            </a:r>
            <a:r>
              <a:rPr lang="en-US" i="1" dirty="0" err="1"/>
              <a:t>nešto</a:t>
            </a:r>
            <a:r>
              <a:rPr lang="en-US" i="1" dirty="0"/>
              <a:t> desi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Tu </a:t>
            </a:r>
            <a:r>
              <a:rPr lang="en-US" dirty="0" err="1"/>
              <a:t>uvodimo</a:t>
            </a:r>
            <a:r>
              <a:rPr lang="en-US" dirty="0"/>
              <a:t> Apache Kafka-u.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4C49D-CAB0-690A-488C-75A5289EF5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06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19FE-033F-58B2-B2E2-B3C9734D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DFC1E-9390-5F4A-BCE1-070346281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40724-DE7B-5DE4-4A0B-3CEF073A7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je message broker I </a:t>
            </a:r>
            <a:r>
              <a:rPr lang="en-US" dirty="0" err="1"/>
              <a:t>koristi</a:t>
            </a:r>
            <a:r>
              <a:rPr lang="en-US" dirty="0"/>
              <a:t> se za </a:t>
            </a:r>
            <a:r>
              <a:rPr lang="en-US" dirty="0" err="1"/>
              <a:t>razmenu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zasnovana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producer/consumer </a:t>
            </a:r>
            <a:r>
              <a:rPr lang="en-US" dirty="0" err="1"/>
              <a:t>principu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Producer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poruku</a:t>
            </a:r>
            <a:r>
              <a:rPr lang="en-US" dirty="0"/>
              <a:t> u topic, a consumer je </a:t>
            </a:r>
            <a:r>
              <a:rPr lang="en-US" dirty="0" err="1"/>
              <a:t>dobija</a:t>
            </a:r>
            <a:r>
              <a:rPr lang="en-US" dirty="0"/>
              <a:t> </a:t>
            </a:r>
            <a:r>
              <a:rPr lang="en-US" dirty="0" err="1"/>
              <a:t>čim</a:t>
            </a:r>
            <a:r>
              <a:rPr lang="en-US" dirty="0"/>
              <a:t> se </a:t>
            </a:r>
            <a:r>
              <a:rPr lang="en-US" dirty="0" err="1"/>
              <a:t>događaj</a:t>
            </a:r>
            <a:r>
              <a:rPr lang="en-US" dirty="0"/>
              <a:t> desi.</a:t>
            </a:r>
          </a:p>
          <a:p>
            <a:r>
              <a:rPr lang="en-US" dirty="0"/>
              <a:t>Dobra </a:t>
            </a:r>
            <a:r>
              <a:rPr lang="en-US" dirty="0" err="1"/>
              <a:t>stvar</a:t>
            </a:r>
            <a:r>
              <a:rPr lang="en-US" dirty="0"/>
              <a:t> je, </a:t>
            </a:r>
            <a:r>
              <a:rPr lang="en-US" dirty="0" err="1"/>
              <a:t>sto</a:t>
            </a:r>
            <a:r>
              <a:rPr lang="en-US" dirty="0"/>
              <a:t>, u Koliko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poslate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topic koji </a:t>
            </a:r>
            <a:r>
              <a:rPr lang="en-US" dirty="0" err="1"/>
              <a:t>trenutno</a:t>
            </a:r>
            <a:r>
              <a:rPr lang="en-US" dirty="0"/>
              <a:t> </a:t>
            </a:r>
            <a:r>
              <a:rPr lang="en-US" dirty="0" err="1"/>
              <a:t>niko</a:t>
            </a:r>
            <a:r>
              <a:rPr lang="en-US" dirty="0"/>
              <a:t> ne </a:t>
            </a:r>
            <a:r>
              <a:rPr lang="en-US" dirty="0" err="1"/>
              <a:t>osluskuje</a:t>
            </a:r>
            <a:r>
              <a:rPr lang="en-US" dirty="0"/>
              <a:t>,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ostaju</a:t>
            </a:r>
            <a:r>
              <a:rPr lang="en-US" dirty="0"/>
              <a:t> u </a:t>
            </a:r>
            <a:r>
              <a:rPr lang="en-US" dirty="0" err="1"/>
              <a:t>redu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consumeri</a:t>
            </a:r>
            <a:r>
              <a:rPr lang="en-US" dirty="0"/>
              <a:t> ne </a:t>
            </a:r>
            <a:r>
              <a:rPr lang="en-US" dirty="0" err="1"/>
              <a:t>procitaju</a:t>
            </a:r>
            <a:r>
              <a:rPr lang="en-US" dirty="0"/>
              <a:t>. </a:t>
            </a:r>
          </a:p>
          <a:p>
            <a:r>
              <a:rPr lang="en-US" dirty="0" err="1"/>
              <a:t>Npr</a:t>
            </a:r>
            <a:r>
              <a:rPr lang="en-US" dirty="0"/>
              <a:t>. Ako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namenje</a:t>
            </a:r>
            <a:r>
              <a:rPr lang="en-US" dirty="0"/>
              <a:t> consumer koji </a:t>
            </a:r>
            <a:r>
              <a:rPr lang="en-US" dirty="0" err="1"/>
              <a:t>tenutno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aktivan</a:t>
            </a:r>
            <a:r>
              <a:rPr lang="en-US" dirty="0"/>
              <a:t>, </a:t>
            </a:r>
            <a:r>
              <a:rPr lang="en-US" dirty="0" err="1"/>
              <a:t>poruke</a:t>
            </a:r>
            <a:r>
              <a:rPr lang="en-US" dirty="0"/>
              <a:t> se </a:t>
            </a:r>
            <a:r>
              <a:rPr lang="en-US" dirty="0" err="1"/>
              <a:t>nece</a:t>
            </a:r>
            <a:r>
              <a:rPr lang="en-US" dirty="0"/>
              <a:t> </a:t>
            </a:r>
            <a:r>
              <a:rPr lang="en-US" dirty="0" err="1"/>
              <a:t>izgubti</a:t>
            </a:r>
            <a:r>
              <a:rPr lang="en-US" dirty="0"/>
              <a:t>, </a:t>
            </a:r>
            <a:r>
              <a:rPr lang="en-US" dirty="0" err="1"/>
              <a:t>vec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cekati</a:t>
            </a:r>
            <a:r>
              <a:rPr lang="en-US" dirty="0"/>
              <a:t> u </a:t>
            </a:r>
            <a:r>
              <a:rPr lang="en-US" dirty="0" err="1"/>
              <a:t>redu</a:t>
            </a:r>
            <a:r>
              <a:rPr lang="en-US" dirty="0"/>
              <a:t> da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/>
              <a:t>procitane</a:t>
            </a:r>
            <a:r>
              <a:rPr lang="en-US" dirty="0"/>
              <a:t>, </a:t>
            </a:r>
            <a:r>
              <a:rPr lang="en-US" dirty="0" err="1"/>
              <a:t>kada</a:t>
            </a:r>
            <a:r>
              <a:rPr lang="en-US" dirty="0"/>
              <a:t> consumer </a:t>
            </a:r>
            <a:r>
              <a:rPr lang="en-US" dirty="0" err="1"/>
              <a:t>ponovo</a:t>
            </a:r>
            <a:r>
              <a:rPr lang="en-US" dirty="0"/>
              <a:t> </a:t>
            </a:r>
            <a:r>
              <a:rPr lang="en-US" dirty="0" err="1"/>
              <a:t>postane</a:t>
            </a:r>
            <a:r>
              <a:rPr lang="en-US" dirty="0"/>
              <a:t> </a:t>
            </a:r>
            <a:r>
              <a:rPr lang="en-US" dirty="0" err="1"/>
              <a:t>aktivan</a:t>
            </a:r>
            <a:r>
              <a:rPr lang="en-US" dirty="0"/>
              <a:t>, </a:t>
            </a:r>
            <a:r>
              <a:rPr lang="en-US" dirty="0" err="1"/>
              <a:t>procitace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I </a:t>
            </a:r>
            <a:r>
              <a:rPr lang="en-US" dirty="0" err="1"/>
              <a:t>obavite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</a:t>
            </a:r>
            <a:r>
              <a:rPr lang="en-US" dirty="0" err="1"/>
              <a:t>akcije</a:t>
            </a:r>
            <a:r>
              <a:rPr lang="en-US" dirty="0"/>
              <a:t>, Samim </a:t>
            </a:r>
            <a:r>
              <a:rPr lang="en-US" dirty="0" err="1"/>
              <a:t>tim</a:t>
            </a:r>
            <a:r>
              <a:rPr lang="en-US" dirty="0"/>
              <a:t> system </a:t>
            </a: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konzistentan</a:t>
            </a:r>
            <a:r>
              <a:rPr lang="en-US" dirty="0"/>
              <a:t> I </a:t>
            </a:r>
            <a:r>
              <a:rPr lang="en-US" dirty="0" err="1"/>
              <a:t>nece</a:t>
            </a:r>
            <a:r>
              <a:rPr lang="en-US" dirty="0"/>
              <a:t> </a:t>
            </a:r>
            <a:r>
              <a:rPr lang="en-US" dirty="0" err="1"/>
              <a:t>doci</a:t>
            </a:r>
            <a:r>
              <a:rPr lang="en-US" dirty="0"/>
              <a:t> do </a:t>
            </a:r>
            <a:r>
              <a:rPr lang="en-US" dirty="0" err="1"/>
              <a:t>gubitka</a:t>
            </a:r>
            <a:r>
              <a:rPr lang="en-US" dirty="0"/>
              <a:t> </a:t>
            </a:r>
            <a:r>
              <a:rPr lang="en-US" dirty="0" err="1"/>
              <a:t>podataka</a:t>
            </a:r>
            <a:br>
              <a:rPr lang="en-US" dirty="0"/>
            </a:br>
            <a:r>
              <a:rPr lang="en-US" dirty="0" err="1"/>
              <a:t>objasnjenje</a:t>
            </a:r>
            <a:r>
              <a:rPr lang="en-US" dirty="0"/>
              <a:t> </a:t>
            </a:r>
            <a:r>
              <a:rPr lang="en-US" dirty="0" err="1"/>
              <a:t>slike</a:t>
            </a:r>
            <a:endParaRPr lang="en-US" dirty="0"/>
          </a:p>
          <a:p>
            <a:br>
              <a:rPr lang="en-US" dirty="0"/>
            </a:br>
            <a:r>
              <a:rPr lang="en-US" dirty="0"/>
              <a:t>Na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servisi</a:t>
            </a:r>
            <a:r>
              <a:rPr lang="en-US" dirty="0"/>
              <a:t> ne </a:t>
            </a:r>
            <a:r>
              <a:rPr lang="en-US" dirty="0" err="1"/>
              <a:t>moraju</a:t>
            </a:r>
            <a:r>
              <a:rPr lang="en-US" dirty="0"/>
              <a:t> da </a:t>
            </a:r>
            <a:r>
              <a:rPr lang="en-US" dirty="0" err="1"/>
              <a:t>znaju</a:t>
            </a:r>
            <a:r>
              <a:rPr lang="en-US" dirty="0"/>
              <a:t> </a:t>
            </a:r>
            <a:r>
              <a:rPr lang="en-US" dirty="0" err="1"/>
              <a:t>jedni</a:t>
            </a:r>
            <a:r>
              <a:rPr lang="en-US" dirty="0"/>
              <a:t> za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 </a:t>
            </a:r>
            <a:r>
              <a:rPr lang="en-US" dirty="0" err="1"/>
              <a:t>znatno</a:t>
            </a:r>
            <a:r>
              <a:rPr lang="en-US" dirty="0"/>
              <a:t> </a:t>
            </a:r>
            <a:r>
              <a:rPr lang="en-US" dirty="0" err="1"/>
              <a:t>skalabilniji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81510-CADA-3FB3-06FA-D850AA81C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33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Prednosti</a:t>
            </a:r>
            <a:endParaRPr lang="en-US" dirty="0"/>
          </a:p>
          <a:p>
            <a:r>
              <a:rPr lang="en-US" dirty="0" err="1"/>
              <a:t>Jedna</a:t>
            </a:r>
            <a:r>
              <a:rPr lang="en-US" dirty="0"/>
              <a:t> od </a:t>
            </a:r>
            <a:r>
              <a:rPr lang="en-US" dirty="0" err="1"/>
              <a:t>najvećih</a:t>
            </a:r>
            <a:r>
              <a:rPr lang="en-US" dirty="0"/>
              <a:t> </a:t>
            </a:r>
            <a:r>
              <a:rPr lang="en-US" dirty="0" err="1"/>
              <a:t>prednosti</a:t>
            </a:r>
            <a:r>
              <a:rPr lang="en-US" dirty="0"/>
              <a:t> Kafka-e je </a:t>
            </a:r>
            <a:r>
              <a:rPr lang="en-US" dirty="0" err="1"/>
              <a:t>skalabilnost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Zahvaljujući</a:t>
            </a:r>
            <a:r>
              <a:rPr lang="en-US" dirty="0"/>
              <a:t> </a:t>
            </a:r>
            <a:r>
              <a:rPr lang="en-US" dirty="0" err="1"/>
              <a:t>particijama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consumer </a:t>
            </a:r>
            <a:r>
              <a:rPr lang="en-US" dirty="0" err="1"/>
              <a:t>grupama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velike</a:t>
            </a:r>
            <a:r>
              <a:rPr lang="en-US" dirty="0"/>
              <a:t> </a:t>
            </a:r>
            <a:r>
              <a:rPr lang="en-US" dirty="0" err="1"/>
              <a:t>količine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</a:t>
            </a:r>
          </a:p>
          <a:p>
            <a:r>
              <a:rPr lang="en-US" dirty="0"/>
              <a:t>Kafka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asinhronu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servisi</a:t>
            </a:r>
            <a:r>
              <a:rPr lang="en-US" dirty="0"/>
              <a:t> ne </a:t>
            </a:r>
            <a:r>
              <a:rPr lang="en-US" dirty="0" err="1"/>
              <a:t>zavise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jedni</a:t>
            </a:r>
            <a:r>
              <a:rPr lang="en-US" dirty="0"/>
              <a:t> od </a:t>
            </a:r>
            <a:r>
              <a:rPr lang="en-US" dirty="0" err="1"/>
              <a:t>drugih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Ako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padne</a:t>
            </a:r>
            <a:r>
              <a:rPr lang="en-US" dirty="0"/>
              <a:t>, </a:t>
            </a:r>
            <a:r>
              <a:rPr lang="en-US" dirty="0" err="1"/>
              <a:t>poruke</a:t>
            </a:r>
            <a:r>
              <a:rPr lang="en-US" dirty="0"/>
              <a:t> se ne </a:t>
            </a:r>
            <a:r>
              <a:rPr lang="en-US" dirty="0" err="1"/>
              <a:t>gube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čekaju</a:t>
            </a:r>
            <a:r>
              <a:rPr lang="en-US" dirty="0"/>
              <a:t> da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/>
              <a:t>obrađene</a:t>
            </a:r>
            <a:r>
              <a:rPr lang="en-US" dirty="0"/>
              <a:t>.</a:t>
            </a:r>
          </a:p>
          <a:p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bitna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je to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potrebe</a:t>
            </a:r>
            <a:r>
              <a:rPr lang="en-US" dirty="0"/>
              <a:t> – </a:t>
            </a:r>
            <a:r>
              <a:rPr lang="en-US" dirty="0" err="1"/>
              <a:t>analitiku</a:t>
            </a:r>
            <a:r>
              <a:rPr lang="en-US" dirty="0"/>
              <a:t>, </a:t>
            </a:r>
            <a:r>
              <a:rPr lang="en-US" dirty="0" err="1"/>
              <a:t>notifikacije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arhiviranje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Mane</a:t>
            </a:r>
            <a:br>
              <a:rPr lang="en-US" dirty="0"/>
            </a:br>
            <a:r>
              <a:rPr lang="en-US" dirty="0"/>
              <a:t>Kafka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mane.</a:t>
            </a:r>
            <a:br>
              <a:rPr lang="en-US" dirty="0"/>
            </a:br>
            <a:r>
              <a:rPr lang="en-US" dirty="0"/>
              <a:t>Pre </a:t>
            </a:r>
            <a:r>
              <a:rPr lang="en-US" dirty="0" err="1"/>
              <a:t>svega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uvodi</a:t>
            </a:r>
            <a:r>
              <a:rPr lang="en-US" dirty="0"/>
              <a:t> </a:t>
            </a:r>
            <a:r>
              <a:rPr lang="en-US" dirty="0" err="1"/>
              <a:t>dodatnu</a:t>
            </a:r>
            <a:r>
              <a:rPr lang="en-US" dirty="0"/>
              <a:t> </a:t>
            </a:r>
            <a:r>
              <a:rPr lang="en-US" dirty="0" err="1"/>
              <a:t>kompleksnost</a:t>
            </a:r>
            <a:r>
              <a:rPr lang="en-US" dirty="0"/>
              <a:t> u </a:t>
            </a:r>
            <a:r>
              <a:rPr lang="en-US" dirty="0" err="1"/>
              <a:t>sistem</a:t>
            </a:r>
            <a:r>
              <a:rPr lang="en-US" dirty="0"/>
              <a:t> –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posebnu</a:t>
            </a:r>
            <a:r>
              <a:rPr lang="en-US" dirty="0"/>
              <a:t> </a:t>
            </a:r>
            <a:r>
              <a:rPr lang="en-US" dirty="0" err="1"/>
              <a:t>konfiguraciju</a:t>
            </a:r>
            <a:r>
              <a:rPr lang="en-US" dirty="0"/>
              <a:t>,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održavanje</a:t>
            </a:r>
            <a:r>
              <a:rPr lang="en-US" dirty="0"/>
              <a:t>.</a:t>
            </a:r>
          </a:p>
          <a:p>
            <a:r>
              <a:rPr lang="en-US" dirty="0" err="1"/>
              <a:t>Takođe</a:t>
            </a:r>
            <a:r>
              <a:rPr lang="en-US" dirty="0"/>
              <a:t>, Kafka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dodatnu</a:t>
            </a:r>
            <a:r>
              <a:rPr lang="en-US" dirty="0"/>
              <a:t> </a:t>
            </a:r>
            <a:r>
              <a:rPr lang="en-US" dirty="0" err="1"/>
              <a:t>infrastrukturu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brokeri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konfiguracija</a:t>
            </a:r>
            <a:r>
              <a:rPr lang="en-US" dirty="0"/>
              <a:t> </a:t>
            </a:r>
            <a:r>
              <a:rPr lang="en-US" dirty="0" err="1"/>
              <a:t>klastera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previše</a:t>
            </a:r>
            <a:r>
              <a:rPr lang="en-US" dirty="0"/>
              <a:t> za male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jednostavne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</a:t>
            </a:r>
          </a:p>
          <a:p>
            <a:r>
              <a:rPr lang="en-US" dirty="0" err="1"/>
              <a:t>Zbog</a:t>
            </a:r>
            <a:r>
              <a:rPr lang="en-US" dirty="0"/>
              <a:t> toga Kafka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najbolje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– za </a:t>
            </a:r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jednostavniji</a:t>
            </a:r>
            <a:r>
              <a:rPr lang="en-US" dirty="0"/>
              <a:t> message </a:t>
            </a:r>
            <a:r>
              <a:rPr lang="en-US" dirty="0" err="1"/>
              <a:t>brokeri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sasvim</a:t>
            </a:r>
            <a:r>
              <a:rPr lang="en-US" dirty="0"/>
              <a:t> </a:t>
            </a:r>
            <a:r>
              <a:rPr lang="en-US" dirty="0" err="1"/>
              <a:t>dovoljni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21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3AB3-1D7C-0C44-F34D-44AD223B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9A975-A9E0-AA84-F2EC-9F9BC2B27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C6AB6-42EE-DE99-4EBA-C70938C0E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9FF75-E310-39EB-2FC2-CCEF966F3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87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6D1E-3235-3D2E-2F82-14E59E02A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C828D-B0AE-A8AF-03C6-EF6EC2438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F6DBC-EBC0-6B74-51CB-1A2BA53A3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2E527-D3B2-1173-0111-7212CD792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9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B96E-3B31-19FB-C112-15351017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9C2A1-26FA-8FA9-5086-2CC408351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38054-DEE4-1878-CA7B-1D0B437D2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je u </a:t>
            </a:r>
            <a:r>
              <a:rPr lang="en-US" dirty="0" err="1"/>
              <a:t>projektu</a:t>
            </a:r>
            <a:r>
              <a:rPr lang="en-US" dirty="0"/>
              <a:t> </a:t>
            </a:r>
            <a:r>
              <a:rPr lang="en-US" dirty="0" err="1"/>
              <a:t>pokrenuta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Docker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zajedno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ostalim</a:t>
            </a:r>
            <a:r>
              <a:rPr lang="en-US" dirty="0"/>
              <a:t> </a:t>
            </a:r>
            <a:r>
              <a:rPr lang="en-US" dirty="0" err="1"/>
              <a:t>komponentama</a:t>
            </a:r>
            <a:r>
              <a:rPr lang="en-US" dirty="0"/>
              <a:t>.</a:t>
            </a:r>
          </a:p>
          <a:p>
            <a:r>
              <a:rPr lang="en-US" dirty="0" err="1"/>
              <a:t>ZooKeeper</a:t>
            </a:r>
            <a:r>
              <a:rPr lang="en-US" dirty="0"/>
              <a:t> je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koji Kafka </a:t>
            </a:r>
            <a:r>
              <a:rPr lang="en-US" dirty="0" err="1"/>
              <a:t>koristi</a:t>
            </a:r>
            <a:r>
              <a:rPr lang="en-US" dirty="0"/>
              <a:t> za </a:t>
            </a:r>
            <a:r>
              <a:rPr lang="en-US" dirty="0" err="1"/>
              <a:t>koordinaciju</a:t>
            </a:r>
            <a:r>
              <a:rPr lang="en-US" dirty="0"/>
              <a:t> rada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klastera</a:t>
            </a:r>
            <a:endParaRPr lang="en-US" dirty="0"/>
          </a:p>
          <a:p>
            <a:r>
              <a:rPr lang="en-US" dirty="0"/>
              <a:t>Kafka se </a:t>
            </a:r>
            <a:r>
              <a:rPr lang="en-US" dirty="0" err="1"/>
              <a:t>sastoji</a:t>
            </a:r>
            <a:r>
              <a:rPr lang="en-US" dirty="0"/>
              <a:t> od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brokera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je da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koji </a:t>
            </a:r>
            <a:r>
              <a:rPr lang="en-US" dirty="0" err="1"/>
              <a:t>zna</a:t>
            </a:r>
            <a:r>
              <a:rPr lang="en-US" dirty="0"/>
              <a:t> koji </a:t>
            </a:r>
            <a:r>
              <a:rPr lang="en-US" dirty="0" err="1"/>
              <a:t>brokeri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aktivni</a:t>
            </a:r>
            <a:r>
              <a:rPr lang="en-US" dirty="0"/>
              <a:t>, ko je </a:t>
            </a:r>
            <a:r>
              <a:rPr lang="en-US" dirty="0" err="1"/>
              <a:t>lider</a:t>
            </a:r>
            <a:r>
              <a:rPr lang="en-US" dirty="0"/>
              <a:t> za </a:t>
            </a:r>
            <a:r>
              <a:rPr lang="en-US" dirty="0" err="1"/>
              <a:t>određene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se </a:t>
            </a:r>
            <a:r>
              <a:rPr lang="en-US" dirty="0" err="1"/>
              <a:t>dešava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broker </a:t>
            </a:r>
            <a:r>
              <a:rPr lang="en-US" dirty="0" err="1"/>
              <a:t>otkaže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Docker Compose </a:t>
            </a:r>
            <a:r>
              <a:rPr lang="en-US" dirty="0" err="1"/>
              <a:t>omogućava</a:t>
            </a:r>
            <a:r>
              <a:rPr lang="en-US" dirty="0"/>
              <a:t> da se </a:t>
            </a:r>
            <a:r>
              <a:rPr lang="en-US" dirty="0" err="1"/>
              <a:t>kompletan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podigne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komandom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znatno</a:t>
            </a:r>
            <a:r>
              <a:rPr lang="en-US" dirty="0"/>
              <a:t> </a:t>
            </a:r>
            <a:r>
              <a:rPr lang="en-US" dirty="0" err="1"/>
              <a:t>olakšava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D3B0E-899C-E1CC-C7B2-B1569B504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1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14E0-E93F-E614-4244-B769C645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74B03-C687-D44F-E958-98443F761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FFAE6-0A09-B7F9-8186-79B31E379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7F095-8256-173D-306E-40372E2FD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44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3E11-88F2-AF9A-A581-0CE0D30B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FF1FC-DECA-137B-2DC4-1597D6955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19BDF-0964-B41D-9EBD-DDB7F4DD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F9E69-7381-9423-60B5-018C09FD3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49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4C70-C36E-AB26-E258-AD4ABFD3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45FAF-D3A7-0309-EF2E-56FDBA6AE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204C5-D8E4-9CF9-9AC6-292C5C5D2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1BEC6-C78E-20CA-4E4C-B20840851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45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5151-1C81-1036-B55C-0399D054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C41F-CD64-4446-B1EA-46C5AA23C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5CC84-AC30-D500-1C87-D590C882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FEA81-0046-CAE5-F3E0-854107595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65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57BB-3949-A275-85AB-3B6DC55E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3313B-6120-763F-72A7-2B9E2CE49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70B74-262A-5FD1-5ECF-0199B8431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B9E6C-680F-57E1-1A7C-F1DC33179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79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DA3E-EA34-CAB2-684C-DB43697A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79985-B1E3-AA94-8E94-A0D440811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C686A-2A49-CD5A-38EF-EAF0DDCCD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F7064-FDF4-B8D2-3356-F6B15356C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62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7300-27A4-0E82-FE76-05A601CC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8A63E-4B96-3A64-352D-EEAB22983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C43A2-BE3F-3F3F-5725-862E85F92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60191-D766-6EB8-B158-7FF052CB1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06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5CC8-8B71-BC68-FEC9-2A18A369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27BB9-92C8-7DF9-09C1-C94ED92DA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E0F74-70F7-AC8B-87B3-DF9ECAF8A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A744A-1D20-2EDA-B100-F85EBD088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14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5E66-637D-876F-15F0-AB762DC8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EDB18-94DC-04B0-4B9D-ABA0B9886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59930-7DEC-97DD-50B3-920E71808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84CC-B2BD-53BF-AEC5-28404A06B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48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55824-515E-A2FD-0ADC-D14A7AEC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045E2-821F-320D-A879-7A8BD52CE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58329-0304-5433-F47F-81E200066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094A0-EF14-534A-4B90-092ED4AF8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044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83E5-4CAF-5B8A-1D64-F96BEBDC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04C89-BE76-16A5-9465-CBC6F8F31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233E5-EC9C-C0C5-83DF-5DEF7FC03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0EDF6-CD1D-F517-7D6D-CEEE46FB5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F8FA9-1CAA-42B0-8996-188E73DBCE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54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872211" y="-2776467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67130" y="3714421"/>
            <a:ext cx="11129669" cy="133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00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Implementacija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mikroservisnog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sistema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za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obradu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medicinskih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podataka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putem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Apache Kafka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poruka</a:t>
            </a:r>
            <a:endParaRPr lang="en-US" sz="3600" b="1" dirty="0">
              <a:solidFill>
                <a:srgbClr val="000000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67130" y="8139205"/>
            <a:ext cx="8462669" cy="1114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Napredno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softversko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inzenjerstvo</a:t>
            </a:r>
            <a:b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Predag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Tosic, 2052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536833">
            <a:off x="-4428213" y="-2916505"/>
            <a:ext cx="9627545" cy="9651674"/>
          </a:xfrm>
          <a:custGeom>
            <a:avLst/>
            <a:gdLst/>
            <a:ahLst/>
            <a:cxnLst/>
            <a:rect l="l" t="t" r="r" b="b"/>
            <a:pathLst>
              <a:path w="9627545" h="9651674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739972C4-AF94-7640-5752-4F4B468A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0" y="1654083"/>
            <a:ext cx="9448800" cy="1740110"/>
          </a:xfrm>
        </p:spPr>
        <p:txBody>
          <a:bodyPr/>
          <a:lstStyle/>
          <a:p>
            <a:pPr algn="l"/>
            <a:r>
              <a:rPr lang="en-US" b="1" dirty="0" err="1"/>
              <a:t>Sadrzaj</a:t>
            </a:r>
            <a:endParaRPr lang="en-US" b="1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B06342E3-FA84-C773-5043-C1B9CFB3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3477561"/>
            <a:ext cx="10210800" cy="5780740"/>
          </a:xfrm>
        </p:spPr>
        <p:txBody>
          <a:bodyPr/>
          <a:lstStyle/>
          <a:p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aplikacije</a:t>
            </a:r>
            <a:endParaRPr lang="en-US" dirty="0"/>
          </a:p>
          <a:p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  <a:p>
            <a:r>
              <a:rPr lang="en-US" dirty="0"/>
              <a:t>Problem </a:t>
            </a:r>
            <a:r>
              <a:rPr lang="en-US" dirty="0" err="1"/>
              <a:t>komunikacije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servisa</a:t>
            </a:r>
            <a:endParaRPr lang="en-US" dirty="0"/>
          </a:p>
          <a:p>
            <a:r>
              <a:rPr lang="en-US" dirty="0"/>
              <a:t>Apache Kafka</a:t>
            </a:r>
          </a:p>
          <a:p>
            <a:r>
              <a:rPr lang="en-US" dirty="0" err="1"/>
              <a:t>Poredjenje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alternativom</a:t>
            </a:r>
            <a:endParaRPr lang="sr-Cyrl-RS" dirty="0"/>
          </a:p>
          <a:p>
            <a:r>
              <a:rPr lang="en-US" dirty="0" err="1"/>
              <a:t>Implementacija</a:t>
            </a:r>
            <a:r>
              <a:rPr lang="en-US" dirty="0"/>
              <a:t> I Docker</a:t>
            </a:r>
          </a:p>
          <a:p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aplikacije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7F05-69A2-C4A3-2150-A9C65DD6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22025226-A591-70F1-2D46-907057EA66DF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F134D4B-3BBC-972C-7838-4DD07E483AFF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8B9C751-9D20-E7BD-F9FF-F97D02E7F22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CA414B-2E51-6B48-B60D-23F29053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PatientSupport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B262E-46BC-6589-A8C0-FC0BC2838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3600000"/>
            <a:ext cx="16065000" cy="6358858"/>
          </a:xfrm>
        </p:spPr>
        <p:txBody>
          <a:bodyPr/>
          <a:lstStyle/>
          <a:p>
            <a:r>
              <a:rPr lang="en-US" dirty="0"/>
              <a:t>Naziv </a:t>
            </a:r>
            <a:r>
              <a:rPr lang="en-US" dirty="0" err="1"/>
              <a:t>aplikacije</a:t>
            </a:r>
            <a:r>
              <a:rPr lang="en-US" dirty="0"/>
              <a:t>: </a:t>
            </a:r>
            <a:r>
              <a:rPr lang="en-US" b="1" dirty="0" err="1"/>
              <a:t>PatientSupport</a:t>
            </a:r>
            <a:endParaRPr lang="en-US" b="1" dirty="0"/>
          </a:p>
          <a:p>
            <a:r>
              <a:rPr lang="en-US" dirty="0" err="1"/>
              <a:t>Pracenje</a:t>
            </a:r>
            <a:r>
              <a:rPr lang="en-US" dirty="0"/>
              <a:t> </a:t>
            </a:r>
            <a:r>
              <a:rPr lang="en-US" dirty="0" err="1"/>
              <a:t>medicinskih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r>
              <a:rPr lang="en-US" dirty="0"/>
              <a:t>IoT </a:t>
            </a:r>
            <a:r>
              <a:rPr lang="en-US" dirty="0" err="1"/>
              <a:t>uredjaji</a:t>
            </a:r>
            <a:r>
              <a:rPr lang="en-US" dirty="0"/>
              <a:t> -&gt; </a:t>
            </a:r>
            <a:r>
              <a:rPr lang="en-US" dirty="0" err="1"/>
              <a:t>analiza</a:t>
            </a:r>
            <a:r>
              <a:rPr lang="en-US" dirty="0"/>
              <a:t> -&gt; </a:t>
            </a:r>
            <a:r>
              <a:rPr lang="en-US" dirty="0" err="1"/>
              <a:t>reakcija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8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346A-67D1-6C42-0992-82D8400C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F23F3B3-F59B-EFDF-643D-DCB63329606C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33D8923-9C3F-8705-57D4-8A42C326FEF5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32903D6-3AA6-E5DE-F644-27203634496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203735-202E-EDA2-DA8A-B8BE6256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Arhitektura</a:t>
            </a:r>
            <a:r>
              <a:rPr lang="en-US" b="1" dirty="0"/>
              <a:t> </a:t>
            </a:r>
            <a:r>
              <a:rPr lang="en-US" b="1" dirty="0" err="1"/>
              <a:t>projekta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C967-3604-2534-3D62-B36E09183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3600000"/>
            <a:ext cx="16065000" cy="6358858"/>
          </a:xfrm>
        </p:spPr>
        <p:txBody>
          <a:bodyPr/>
          <a:lstStyle/>
          <a:p>
            <a:r>
              <a:rPr lang="en-US" dirty="0"/>
              <a:t>Event-driven microservice architecture</a:t>
            </a:r>
          </a:p>
          <a:p>
            <a:r>
              <a:rPr lang="en-US" dirty="0" err="1"/>
              <a:t>Nezavisni</a:t>
            </a:r>
            <a:r>
              <a:rPr lang="en-US" dirty="0"/>
              <a:t> </a:t>
            </a:r>
            <a:r>
              <a:rPr lang="en-US" dirty="0" err="1"/>
              <a:t>servisi</a:t>
            </a:r>
            <a:endParaRPr lang="en-US" dirty="0"/>
          </a:p>
          <a:p>
            <a:r>
              <a:rPr lang="en-US" dirty="0" err="1"/>
              <a:t>Asinhrona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Obrasci</a:t>
            </a:r>
            <a:r>
              <a:rPr lang="en-US" dirty="0"/>
              <a:t> </a:t>
            </a:r>
            <a:r>
              <a:rPr lang="en-US" dirty="0" err="1"/>
              <a:t>primenjeni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svakim</a:t>
            </a:r>
            <a:r>
              <a:rPr lang="en-US" dirty="0"/>
              <a:t> </a:t>
            </a:r>
            <a:r>
              <a:rPr lang="en-US" dirty="0" err="1"/>
              <a:t>servisom</a:t>
            </a:r>
            <a:r>
              <a:rPr lang="en-US" dirty="0"/>
              <a:t>:</a:t>
            </a:r>
          </a:p>
          <a:p>
            <a:r>
              <a:rPr lang="en-US" dirty="0"/>
              <a:t>Repository pattern</a:t>
            </a:r>
          </a:p>
          <a:p>
            <a:r>
              <a:rPr lang="en-US" dirty="0"/>
              <a:t>Dependency injection</a:t>
            </a:r>
          </a:p>
          <a:p>
            <a:r>
              <a:rPr lang="en-US" dirty="0"/>
              <a:t>Unit of Work</a:t>
            </a:r>
          </a:p>
          <a:p>
            <a:r>
              <a:rPr lang="en-US" dirty="0"/>
              <a:t>Service pattern</a:t>
            </a:r>
          </a:p>
          <a:p>
            <a:r>
              <a:rPr lang="en-US" dirty="0"/>
              <a:t>Code first (Entity </a:t>
            </a:r>
            <a:r>
              <a:rPr lang="en-US" dirty="0" err="1"/>
              <a:t>Framefork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759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C825-3AC6-C0F8-0ACD-4CC28AF7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8E317511-647D-3CD5-ACB5-5E2D039C1FC5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D71CD07-8D23-C354-23E9-0523804F5CF8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B388132-4E89-60D3-5411-EA61F243ED1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57F128-F616-F854-2CBA-C30DCDEB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Komunikacija </a:t>
            </a:r>
            <a:r>
              <a:rPr lang="en-US" b="1" dirty="0" err="1"/>
              <a:t>izmedju</a:t>
            </a:r>
            <a:r>
              <a:rPr lang="en-US" b="1" dirty="0"/>
              <a:t> </a:t>
            </a:r>
            <a:r>
              <a:rPr lang="en-US" b="1" dirty="0" err="1"/>
              <a:t>servica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1F049-9108-55D2-1440-35E7AA7E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3600000"/>
            <a:ext cx="16065000" cy="6358858"/>
          </a:xfrm>
        </p:spPr>
        <p:txBody>
          <a:bodyPr/>
          <a:lstStyle/>
          <a:p>
            <a:r>
              <a:rPr lang="en-US" dirty="0" err="1"/>
              <a:t>Direktna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skalabilna</a:t>
            </a:r>
            <a:endParaRPr lang="en-US" dirty="0"/>
          </a:p>
          <a:p>
            <a:r>
              <a:rPr lang="en-US" dirty="0"/>
              <a:t>Polling problem</a:t>
            </a:r>
          </a:p>
          <a:p>
            <a:r>
              <a:rPr lang="en-US" dirty="0"/>
              <a:t>Visoka </a:t>
            </a:r>
            <a:r>
              <a:rPr lang="en-US" dirty="0" err="1"/>
              <a:t>povezanost</a:t>
            </a:r>
            <a:r>
              <a:rPr lang="en-US" dirty="0"/>
              <a:t> </a:t>
            </a:r>
            <a:r>
              <a:rPr lang="en-US" dirty="0" err="1"/>
              <a:t>servisa</a:t>
            </a:r>
            <a:endParaRPr lang="en-US" dirty="0"/>
          </a:p>
          <a:p>
            <a:r>
              <a:rPr lang="en-US" dirty="0" err="1"/>
              <a:t>Potrebna</a:t>
            </a:r>
            <a:r>
              <a:rPr lang="en-US" dirty="0"/>
              <a:t> za </a:t>
            </a:r>
            <a:r>
              <a:rPr lang="en-US" dirty="0" err="1"/>
              <a:t>obavestenja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3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1DB1-1E0A-4335-72E3-91C7A96A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F6255A71-92AB-746C-CE0C-09EB157A897A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48480F9-4B82-40FB-0821-0E58007FF1C6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8464D7D-94EA-0C59-1E86-5CDC3C0B9F48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F04E62-B4B1-529C-AEB5-C836DD6C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Apache Kafka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C819E-F94C-7BAD-1400-2308D41E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3600000"/>
            <a:ext cx="16065000" cy="6358858"/>
          </a:xfrm>
        </p:spPr>
        <p:txBody>
          <a:bodyPr/>
          <a:lstStyle/>
          <a:p>
            <a:r>
              <a:rPr lang="en-US" dirty="0"/>
              <a:t>Producer/consumer</a:t>
            </a:r>
          </a:p>
          <a:p>
            <a:r>
              <a:rPr lang="en-US" dirty="0"/>
              <a:t>Topic, partition</a:t>
            </a:r>
          </a:p>
          <a:p>
            <a:r>
              <a:rPr lang="en-US" dirty="0" err="1"/>
              <a:t>Asinhrona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C6470-F597-AE6E-2DA2-21BC79A1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589609"/>
            <a:ext cx="11565775" cy="4928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96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010E-6701-78BE-D45F-998963E1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F5E94C4-AB7C-107F-E7EA-F32B4AF79B7B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BE71708-0990-04EB-11CE-6DF49CF055CB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9A98635-7224-448C-107B-054BE117D08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7CE44C0F-4C55-49E7-10F9-74EEEF4E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32000"/>
            <a:ext cx="158364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Apache Kafka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D7A7C26-1261-7E8E-5534-0BA66EC4B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0000" y="3600000"/>
            <a:ext cx="8064000" cy="585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/>
              <a:t>Prednosti</a:t>
            </a:r>
            <a:r>
              <a:rPr lang="en-US" sz="3200" dirty="0"/>
              <a:t>:</a:t>
            </a:r>
          </a:p>
          <a:p>
            <a:r>
              <a:rPr lang="en-US" sz="3200" dirty="0" err="1"/>
              <a:t>Skalabilnost</a:t>
            </a:r>
            <a:endParaRPr lang="en-US" sz="3200" dirty="0"/>
          </a:p>
          <a:p>
            <a:r>
              <a:rPr lang="en-US" sz="3200" dirty="0" err="1"/>
              <a:t>Otpornost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greske</a:t>
            </a:r>
            <a:endParaRPr lang="en-US" sz="3200" dirty="0"/>
          </a:p>
          <a:p>
            <a:r>
              <a:rPr lang="en-US" sz="3200" dirty="0" err="1"/>
              <a:t>Asinhrona</a:t>
            </a:r>
            <a:r>
              <a:rPr lang="en-US" sz="3200" dirty="0"/>
              <a:t> </a:t>
            </a:r>
            <a:r>
              <a:rPr lang="en-US" sz="3200" dirty="0" err="1"/>
              <a:t>komunikacija</a:t>
            </a:r>
            <a:endParaRPr lang="en-US" sz="3200" dirty="0"/>
          </a:p>
          <a:p>
            <a:r>
              <a:rPr lang="en-US" sz="3200" dirty="0"/>
              <a:t>Slaba </a:t>
            </a:r>
            <a:r>
              <a:rPr lang="en-US" sz="3200" dirty="0" err="1"/>
              <a:t>povezanost</a:t>
            </a:r>
            <a:r>
              <a:rPr lang="en-US" sz="3200" dirty="0"/>
              <a:t> </a:t>
            </a:r>
            <a:r>
              <a:rPr lang="en-US" sz="3200" dirty="0" err="1"/>
              <a:t>servisa</a:t>
            </a:r>
            <a:endParaRPr lang="en-US" sz="3200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690E01F0-26C0-D177-0F0C-E484F01E3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0" y="3600000"/>
            <a:ext cx="8064000" cy="585545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Mane:</a:t>
            </a:r>
            <a:endParaRPr lang="sr-Cyrl-RS" sz="3200" dirty="0"/>
          </a:p>
          <a:p>
            <a:r>
              <a:rPr lang="en-US" sz="3200" dirty="0"/>
              <a:t>Veca </a:t>
            </a:r>
            <a:r>
              <a:rPr lang="en-US" sz="3200" dirty="0" err="1"/>
              <a:t>kompleksnost</a:t>
            </a:r>
            <a:endParaRPr lang="en-US" sz="3200" dirty="0"/>
          </a:p>
          <a:p>
            <a:r>
              <a:rPr lang="en-US" sz="3200" dirty="0" err="1"/>
              <a:t>Potreba</a:t>
            </a:r>
            <a:r>
              <a:rPr lang="en-US" sz="3200" dirty="0"/>
              <a:t> za </a:t>
            </a:r>
            <a:r>
              <a:rPr lang="en-US" sz="3200" dirty="0" err="1"/>
              <a:t>konfiguracijom</a:t>
            </a:r>
            <a:endParaRPr lang="en-US" sz="3200" dirty="0"/>
          </a:p>
          <a:p>
            <a:r>
              <a:rPr lang="en-US" sz="3200" dirty="0" err="1"/>
              <a:t>Nije</a:t>
            </a:r>
            <a:r>
              <a:rPr lang="en-US" sz="3200" dirty="0"/>
              <a:t> </a:t>
            </a:r>
            <a:r>
              <a:rPr lang="en-US" sz="3200" dirty="0" err="1"/>
              <a:t>optimalna</a:t>
            </a:r>
            <a:r>
              <a:rPr lang="en-US" sz="3200" dirty="0"/>
              <a:t> za male </a:t>
            </a:r>
            <a:r>
              <a:rPr lang="en-US" sz="3200" dirty="0" err="1"/>
              <a:t>sisteme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3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CB37F-37F8-3AAA-66A4-777AE140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22B37664-16C9-B93C-A479-AEA6B5D77339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74E5ACF-2CB5-C6AB-D35A-3853EDA62259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3245AA3-E2BF-FED7-0A28-567259981DAC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FD002F-53DA-AEAD-CF1B-CBB76D98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Apache Kafka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B6B86-844F-8147-D2F5-41E39716D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0000" y="3467236"/>
            <a:ext cx="8423796" cy="6357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C318F7-FDFD-8894-65D6-D78157918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349" y="3601751"/>
            <a:ext cx="8626588" cy="60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4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85EB-BD35-C073-4E97-E529C545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0989CB0-05B7-82CF-E17B-1AD5D179B21E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67FBDEC-497C-7E6C-AD0D-567F22B65917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8BABE42-3DAC-73DE-2645-F641832D15DC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66A1C8-0F4F-66AE-2665-62633B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Apache Kafka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544230-9B8C-26C9-FF52-9A1DF7FAA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56871" y="4377820"/>
            <a:ext cx="9526329" cy="5525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C72503-F6FE-3082-A4EA-B2CB331BD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377820"/>
            <a:ext cx="8059275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8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4890-E417-18E1-90B1-806BED02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3C1CFEB-BF87-847A-F18B-60729567C516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94782AB-3639-B003-F442-298F95E2EEA3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5E3DAE9-AFFC-775A-04D9-46A9E3748D28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FDA880-FB3A-9626-1E39-1C179D7E7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Apache Kafka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90623-D9D9-FDDE-E343-3CA0DD2F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3600000"/>
            <a:ext cx="16065000" cy="6358858"/>
          </a:xfrm>
        </p:spPr>
        <p:txBody>
          <a:bodyPr/>
          <a:lstStyle/>
          <a:p>
            <a:r>
              <a:rPr lang="en-US" dirty="0"/>
              <a:t>Kafka </a:t>
            </a:r>
            <a:r>
              <a:rPr lang="en-US" dirty="0" err="1"/>
              <a:t>kao</a:t>
            </a:r>
            <a:r>
              <a:rPr lang="en-US" dirty="0"/>
              <a:t> Docker </a:t>
            </a:r>
            <a:r>
              <a:rPr lang="en-US" dirty="0" err="1"/>
              <a:t>servis</a:t>
            </a:r>
            <a:endParaRPr lang="en-US" dirty="0"/>
          </a:p>
          <a:p>
            <a:r>
              <a:rPr lang="en-US" dirty="0"/>
              <a:t>Zookeeper</a:t>
            </a:r>
          </a:p>
          <a:p>
            <a:r>
              <a:rPr lang="en-US" dirty="0"/>
              <a:t>Docker compose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9ECCF-7CDB-D2A2-9947-ABCB900F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1948373"/>
            <a:ext cx="6958767" cy="34864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F9FA20-C07A-EC92-7BD5-B13091A82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00" y="5399485"/>
            <a:ext cx="10841922" cy="397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75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E1FE1-BF92-5951-5A8D-5CD09016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8C22DF2-386A-E5DC-A75D-C43C1179E21D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07EB08-6159-02F3-30D9-612BB709A833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B2B6FC6-AE32-C05D-B33D-20245F54A36A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52A911-58D9-0ECE-DD4A-130E9AF9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Docker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7EFC3-B4EE-6B12-8938-4912F3DA6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3600000"/>
            <a:ext cx="16065000" cy="6358858"/>
          </a:xfrm>
        </p:spPr>
        <p:txBody>
          <a:bodyPr/>
          <a:lstStyle/>
          <a:p>
            <a:r>
              <a:rPr lang="en-US" dirty="0"/>
              <a:t>Svi backend </a:t>
            </a:r>
            <a:r>
              <a:rPr lang="en-US" dirty="0" err="1"/>
              <a:t>servisi</a:t>
            </a:r>
            <a:r>
              <a:rPr lang="en-US" dirty="0"/>
              <a:t> u </a:t>
            </a:r>
            <a:r>
              <a:rPr lang="en-US" dirty="0" err="1"/>
              <a:t>Dockeru</a:t>
            </a:r>
            <a:endParaRPr lang="en-US" dirty="0"/>
          </a:p>
          <a:p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Docker</a:t>
            </a:r>
          </a:p>
          <a:p>
            <a:r>
              <a:rPr lang="en-US" dirty="0"/>
              <a:t>Redis, Kafka, SQL Server</a:t>
            </a:r>
          </a:p>
          <a:p>
            <a:r>
              <a:rPr lang="en-US" dirty="0"/>
              <a:t>Client van </a:t>
            </a:r>
            <a:r>
              <a:rPr lang="en-US" dirty="0" err="1"/>
              <a:t>Dockera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2A008B-E23F-3A82-EDDD-507E1108A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20" y="4480482"/>
            <a:ext cx="12573000" cy="459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4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C98F-4941-3770-2FCB-AEBDEA49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EEC448A-9780-57C7-02C2-5C9C381D589B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0B7934B-9416-6348-E6AC-3C895ED7ED45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888AB90-1284-F411-4B5F-E2529121607F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B6DF54-66E6-5970-B621-119AB0D7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Docker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B639F6-36CF-B8F7-01AC-B05902FBC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3417360"/>
            <a:ext cx="14784419" cy="540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6304FF-683A-1D27-3CB1-21918D293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6124124"/>
            <a:ext cx="8287622" cy="34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3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90BE-1550-8390-F808-347E5D67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A692E10-D25E-AB70-535D-804950D042D4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023C0CD-BA1F-4794-7EB8-E7008EBD371E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4A55DC2-AB73-9B53-94D3-9B65E32AF1FF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D75151-63E7-54F3-7201-03C19FAF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2848BEA-E142-048A-7EAA-972FEA2A3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23" y="4256926"/>
            <a:ext cx="8456271" cy="3962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63647B-F251-9FDE-F0FD-70383D1C68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929" y="3906709"/>
            <a:ext cx="8456271" cy="431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34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FF5D-73E9-CB81-A0B4-18030D9E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82E598BD-C652-A0B4-9347-0C3CFB39E7A6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5603FE-4265-CEDA-F755-038F5D0613FD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77F04D0-62D3-D4AD-C500-4CDEE3680162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C25BF0-1BBA-0524-23B5-6D8AA822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989EAAF-4357-320C-2918-B558E16A1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62200" y="3619500"/>
            <a:ext cx="12865100" cy="600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0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BB1C-2FA4-224B-22B8-D419F9E9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BDB7FA9-9A6A-B69D-BE05-62A85A1947CD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68B4C2B-8707-EDD7-92D3-4AD74C3FE134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E5B22EE-D29A-3930-C9DE-8AF9082AC880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A4874-25A7-9751-F577-738F0772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723738-E4D5-FC6A-79E7-45109E1A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543300"/>
            <a:ext cx="11125200" cy="52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5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98B4-7D72-19A7-4ADE-AF895C80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6AA8FAA-A859-D7BA-4ED8-B42300737245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F7518D8-75B2-54F9-37C2-BFB0A6AA0C5D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7AA32ED-02D7-B55D-BF49-BFDBD974A47E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866815-6541-11A7-8181-4F4FE3BF1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3AC72C-33DF-6538-868D-DA743680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394500"/>
            <a:ext cx="11658600" cy="594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37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2DED-3703-6BE3-FE06-B82CDB8D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B03BB60-3A6A-A397-59FA-39BE1C2AE113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27C23E-9B03-8306-3171-F05AD7B895B8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22269C-64C4-084E-C71F-7CA17C547047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4004FB-A022-C6F3-B2BC-1A6170086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E695F6-876E-14DA-EDD3-73B0277D3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394500"/>
            <a:ext cx="12039600" cy="604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8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1C18-BE79-453E-7D2D-9C6B1C30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C092F6DF-BB07-2E39-C0E8-05E227637CC2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DB5825-359A-B2B5-B49F-BF24DD8B85E7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2D30CB-496C-6B2D-F0C2-A26ED6449D9F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03DB15-D570-CA33-1102-EEA68CB6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73F5F-95BC-C714-E53A-50C546DDE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20868"/>
            <a:ext cx="8763000" cy="4406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585C1E-1082-463C-D7EE-EF4C0942A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111" y="3415747"/>
            <a:ext cx="8762999" cy="442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53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4C6A-DE9F-EFEF-22D1-03310844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EFEF588-63A3-8533-61A8-C325F52282CD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DC68CC3-C4EF-CCED-7FA6-A8E813F390F3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FC877DF-C43F-0E9D-6F82-6190C000BC93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BB8644-227D-64D3-A23B-FC999C32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230FE-4067-084F-CB23-20614934A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3771639"/>
            <a:ext cx="11811000" cy="56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43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94BB-9653-EDD9-7D23-243787BE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86D2A013-84BB-2A39-C1EC-B126B1E0B88F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27CA87C-7898-4B6F-DA53-567957061DDA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42D300A-2BDA-90F3-D703-3370DD17906F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D09114-EA0F-99C7-49B6-9EBCB7E4E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8BC1B-A2A7-3638-C056-8BF853143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402120"/>
            <a:ext cx="11430000" cy="576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67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7DA39-A692-951C-31EE-97EB1DC0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DE77D9D-CF35-F9E7-F275-EC3612027718}"/>
              </a:ext>
            </a:extLst>
          </p:cNvPr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C2E5C7-F430-5A5E-03E2-2B0317A41AA3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BD5551D-6860-F54D-9BC5-044AEF13B472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A64308-D0A9-787E-13FC-0EFA79C1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251500"/>
            <a:ext cx="16072385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Prikaz</a:t>
            </a:r>
            <a:r>
              <a:rPr lang="en-US" b="1" dirty="0"/>
              <a:t> </a:t>
            </a:r>
            <a:r>
              <a:rPr lang="en-US" b="1" dirty="0" err="1"/>
              <a:t>funkcionalnosti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722E4-D1DA-CB0A-3E09-248EBF8E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543300"/>
            <a:ext cx="11277600" cy="573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99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5579" y="8648700"/>
            <a:ext cx="9116888" cy="1125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32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Napredno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softversko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inzenjerstvo</a:t>
            </a:r>
            <a:b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Predag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Tosic, 2052</a:t>
            </a:r>
          </a:p>
        </p:txBody>
      </p:sp>
      <p:sp>
        <p:nvSpPr>
          <p:cNvPr id="13" name="Freeform 13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898322">
            <a:off x="-3784911" y="-3899454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61112" y="2575440"/>
            <a:ext cx="8460437" cy="139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Hvala </a:t>
            </a:r>
            <a:r>
              <a:rPr lang="en-US" sz="60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na</a:t>
            </a: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paznji</a:t>
            </a:r>
            <a:endParaRPr lang="en-US" sz="6000" b="1" dirty="0">
              <a:solidFill>
                <a:srgbClr val="000000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1001</Words>
  <Application>Microsoft Office PowerPoint</Application>
  <PresentationFormat>Custom</PresentationFormat>
  <Paragraphs>106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Sadrzaj</vt:lpstr>
      <vt:lpstr>PatientSupport</vt:lpstr>
      <vt:lpstr>Arhitektura projekta</vt:lpstr>
      <vt:lpstr>Komunikacija izmedju servica</vt:lpstr>
      <vt:lpstr>Apache Kafka</vt:lpstr>
      <vt:lpstr>Apache Kafka</vt:lpstr>
      <vt:lpstr>Apache Kafka</vt:lpstr>
      <vt:lpstr>Apache Kafka</vt:lpstr>
      <vt:lpstr>Apache Kafka</vt:lpstr>
      <vt:lpstr>Docker</vt:lpstr>
      <vt:lpstr>Docker</vt:lpstr>
      <vt:lpstr>Prikaz funkcionalnosti aplikacije</vt:lpstr>
      <vt:lpstr>Prikaz funkcionalnosti aplikacije</vt:lpstr>
      <vt:lpstr>Prikaz funkcionalnosti aplikacije</vt:lpstr>
      <vt:lpstr>Prikaz funkcionalnosti aplikacije</vt:lpstr>
      <vt:lpstr>Prikaz funkcionalnosti aplikacije</vt:lpstr>
      <vt:lpstr>Prikaz funkcionalnosti aplikacije</vt:lpstr>
      <vt:lpstr>Prikaz funkcionalnosti aplikacije</vt:lpstr>
      <vt:lpstr>Prikaz funkcionalnosti aplikacije</vt:lpstr>
      <vt:lpstr>Prikaz funkcionalnosti aplikacije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cp:lastModifiedBy>predrag.tosic</cp:lastModifiedBy>
  <cp:revision>42</cp:revision>
  <dcterms:created xsi:type="dcterms:W3CDTF">2006-08-16T00:00:00Z</dcterms:created>
  <dcterms:modified xsi:type="dcterms:W3CDTF">2026-02-03T10:48:39Z</dcterms:modified>
  <dc:identifier>DAGx712v2VY</dc:identifier>
</cp:coreProperties>
</file>